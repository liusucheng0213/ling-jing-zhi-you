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14999369" r:id="rId2"/>
    <p:sldId id="14999370" r:id="rId3"/>
    <p:sldId id="14999371" r:id="rId4"/>
    <p:sldId id="14999372" r:id="rId5"/>
    <p:sldId id="14999374" r:id="rId6"/>
    <p:sldId id="14999375" r:id="rId7"/>
    <p:sldId id="14999373" r:id="rId8"/>
    <p:sldId id="14999376" r:id="rId9"/>
    <p:sldId id="14999377" r:id="rId10"/>
    <p:sldId id="14999378" r:id="rId11"/>
    <p:sldId id="14999379" r:id="rId12"/>
    <p:sldId id="14999381" r:id="rId13"/>
    <p:sldId id="14999382" r:id="rId14"/>
    <p:sldId id="14999383" r:id="rId15"/>
    <p:sldId id="14999380" r:id="rId16"/>
    <p:sldId id="14999384" r:id="rId17"/>
    <p:sldId id="14999386" r:id="rId18"/>
    <p:sldId id="14999385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4DB3"/>
    <a:srgbClr val="FBE249"/>
    <a:srgbClr val="ECECEA"/>
    <a:srgbClr val="FBE0CD"/>
    <a:srgbClr val="FFD966"/>
    <a:srgbClr val="C7E2F9"/>
    <a:srgbClr val="EDECEA"/>
    <a:srgbClr val="FFCAAF"/>
    <a:srgbClr val="FFDECD"/>
    <a:srgbClr val="F8CE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9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2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404F69-8A9D-4EF7-86E0-79D943524804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CB9FA-3CC2-4D45-B872-FA4D520935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572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34A212-51AE-45AD-251F-CA1C7CCD4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1621E74-35AE-B6D1-4AE4-F125CA977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A0CD89-B8A8-DD2C-B1E1-13BD7285C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11B7E-863F-40D6-866F-FC0AF341F94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A586C-ECD4-DBFE-C1B7-98DBBC11E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C1D0D5-4196-50B3-CA1A-4BDB10FC6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6139-2A49-48FA-AEC4-4C7112B6D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088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DDBC6-9A4D-D047-F100-CA8DC800C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1DA85E-6268-B8CA-1C70-212251C59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CBD425-711D-918F-B96A-3B0C7E5B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11B7E-863F-40D6-866F-FC0AF341F94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5C8856-A007-FFB0-1877-3AE56F28B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186C96-9DE6-3D12-6293-CC43722C5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6139-2A49-48FA-AEC4-4C7112B6D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147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4690CE-165C-870D-E959-4214CF456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75D320-2D5F-B3E1-CB42-F35A497B8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63174C-A3DF-03C2-B76E-C8561C380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11B7E-863F-40D6-866F-FC0AF341F94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A4C83F-F3E7-8705-4AA2-E3F6906B0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026AF1-89C7-6730-1C06-E9D2A7C3A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6139-2A49-48FA-AEC4-4C7112B6D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021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6141A5-539D-A861-DEDC-49F4D5C07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9ACD2D-7F4B-D94A-AEDE-EFF0B78369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2A7B59D-6C16-4250-E0AC-7895DA172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0E4C40-E272-CD6F-7FBC-B4E01619B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11B7E-863F-40D6-866F-FC0AF341F94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100977-EF8D-BB88-6ED1-F57CFE4C2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4D3575-06F7-6D55-1695-06FADC2C6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6139-2A49-48FA-AEC4-4C7112B6D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139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30245-D788-3640-D127-EDCBEBBEC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BD9818-7414-FE4E-AE94-8506C8AEC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E2E2C8-93F2-1AB2-053F-2D1F6B2C6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C62A740-7E02-ABBA-3BEA-297B8074B2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5B464C5-15A5-2D5A-BD07-6B0002E4E6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64CC16E-E795-F607-A0B9-96B5CF953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11B7E-863F-40D6-866F-FC0AF341F94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36A4BCA-C15F-3D1C-B6BC-A071D8A75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4CAEE7E-E4EA-989D-1E9D-5C43061FB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6139-2A49-48FA-AEC4-4C7112B6D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831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2421C9-6774-8D30-A725-D58E1E101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5FF3332-2B72-9902-226D-CF9EED509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11B7E-863F-40D6-866F-FC0AF341F94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17A115E-8C55-F6C9-56EC-54CB5DC4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49B535F-2125-4AA7-F00C-7798B4E7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6139-2A49-48FA-AEC4-4C7112B6D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631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C37FDF0-EAF4-3B17-4E50-EB04059DC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11B7E-863F-40D6-866F-FC0AF341F94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5EC7A91-C93A-49C2-BEEA-ABA4D8BEE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3AF999-E137-3F52-9124-415BED99A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6139-2A49-48FA-AEC4-4C7112B6D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55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E53DC-6B2E-4DFD-34DE-60BD4BDBF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719F83-D00B-07E2-D147-9761FEA0B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19997C-E4B4-BE39-12AC-00A0C9135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0F650C-7E76-C226-D9E3-BCCC7AB13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11B7E-863F-40D6-866F-FC0AF341F94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821703-3D27-F548-DC77-D1DA88E08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373A67-038D-8B07-E466-F74A6F6C0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6139-2A49-48FA-AEC4-4C7112B6D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611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07BA69-2538-663E-A1D1-A594314BA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749B4BF-FC17-0ABD-A487-048DF9041C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772AB8-FA02-4B00-0AF1-D2F057DA0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38428F-6874-B965-067D-DCAF981B6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11B7E-863F-40D6-866F-FC0AF341F94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64D327-045F-63BE-8325-116A8FB29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9F34F3-9489-2DB3-4972-9B48995CC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6139-2A49-48FA-AEC4-4C7112B6D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408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C09C9F-E806-403A-9A16-8024AECCB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FEE6B2-21CE-B728-896F-8EBBB0382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BEAE50-F08D-EF35-4FCC-CFDEE00EE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11B7E-863F-40D6-866F-FC0AF341F94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27B401-4282-C85A-C657-B0B6F0BF4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092FA0-6F6A-9452-B949-CB95A2A0D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6139-2A49-48FA-AEC4-4C7112B6D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54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5478F0C-9121-79E6-76A2-A3C1B12F62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06D347-D765-0F17-B3C2-EEE6F12FF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0CAC88-8C33-F5F4-96FD-42063032E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11B7E-863F-40D6-866F-FC0AF341F94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E67EC4-5D29-18A1-C60E-8335DA1C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15627B-FB5C-0118-1F37-78DF3B5B2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D6139-2A49-48FA-AEC4-4C7112B6D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561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4F6B2FF-E02E-0534-8B61-590865BA9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51BD4F-BC00-B5AA-2668-7DC0A35CB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93DEAD-BAD6-4228-F339-0483109402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11B7E-863F-40D6-866F-FC0AF341F946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3A546C-F447-9423-9439-6BA23AB86E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D56962-BCC8-3552-7797-5625846A6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D6139-2A49-48FA-AEC4-4C7112B6D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50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CFD289A-C01A-973C-8285-B70EC1F7B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886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EB2568D-E543-96F0-73C4-7E26781A2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40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8A12FFC-372C-6974-F0ED-342273F0D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982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C803A-9B3B-CDF9-630B-53E128674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049D224-C9AA-E255-8693-1C98CE140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360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C5638-9180-45C0-7373-54C8EC001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D81383-B2B6-9A12-7B93-E009D59BF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348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6C76C-64CD-1686-0ECF-E60F2A79C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006C43F-4E21-FE61-33D9-7E547A3C8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364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ACE4E-D753-291C-0FD4-CBEE27C94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1FC2295-76A7-2399-5431-DB23B59DC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34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3ED23-2C39-2972-1525-81D2665CA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915945F-9631-FF4E-8610-BE7B96B0F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330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C987E-97B3-1A28-23F2-6EE5EDC68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46B3247-637B-7A0C-E529-A085DFBA5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15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EEE16-BB2D-2D23-3780-BFF53F8DE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8ACEC1E-6469-9E68-C14E-691ABE255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780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1CE1B-B11F-C197-A7FA-B9565F55C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511FA15-53CB-6DAC-10B6-11DEEFACC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213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D0308-804B-32D9-3269-14C5BAE1C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A62F683-C10A-36B7-A740-459D63278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0" y="-20737"/>
            <a:ext cx="12193200" cy="689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356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856EB-32CD-F696-86E3-8A40D14C9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2F5214B-9552-683F-F7DC-6F08CE9CD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334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7E3B5-DD32-96AC-B57A-3DC257373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D800313-C4FD-4B2D-439B-92D4BCC24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67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B7135-B5C9-96A0-9A55-C9AE22355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3BCCD7E-A1E0-4F01-10DC-A2C3F1C8C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956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433BB-A232-4270-4EB1-ECF396E7F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E2BEFB3-C446-73EC-561C-BF857C26C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702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42849-4889-DD2C-1EF6-2FD8564F9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03A846D-CC1D-E8CB-397F-999AB2A3C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202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30067-8B16-43D3-92B4-0EAF3AEBF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9FE6564-853F-6DEE-54A3-17B84348F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545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2348</TotalTime>
  <Words>0</Words>
  <Application>Microsoft Office PowerPoint</Application>
  <PresentationFormat>宽屏</PresentationFormat>
  <Paragraphs>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烁雨 胡</dc:creator>
  <cp:lastModifiedBy>烁雨 胡</cp:lastModifiedBy>
  <cp:revision>36</cp:revision>
  <dcterms:created xsi:type="dcterms:W3CDTF">2026-05-29T12:55:47Z</dcterms:created>
  <dcterms:modified xsi:type="dcterms:W3CDTF">2026-08-22T04:50:01Z</dcterms:modified>
</cp:coreProperties>
</file>